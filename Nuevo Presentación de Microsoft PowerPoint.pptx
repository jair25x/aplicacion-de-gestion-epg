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7407A-97B1-4C17-AC15-D2077A128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8C562-8416-4FB3-8BF2-57114050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5B93FB-0723-4E55-AD0B-0BA52415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D879F-C341-4781-BA79-5D6525E1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2836F5-210D-4876-AD0B-C501CC9F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283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011DC-7DA2-4104-8CD8-FF77B561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0FDBB4-2E3E-430C-AB5A-A793B3204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0F189-4B15-4B5A-A7AB-11A8C8334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F0596D-8215-4EAB-BA9C-E25C3904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A03C02-9027-4CD2-B060-5CD3705A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993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7F185-BBDB-4C76-B6F9-C786AABEF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9EC7DA-FE27-490A-9D99-0E8C76376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712FCD-CCDD-4481-9BB1-E526E553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94B494-3118-4789-8384-9A9F503D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25F451-F1FB-434A-85DA-938C7A37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4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1D358-6BF3-4E9C-B68A-3E272DF2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77B75-0802-4CB9-A79E-FED83C053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EEFEE8-BEE7-4E39-84BB-5E021BED7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5F064E-35BD-4CB8-8E97-DC3DED1C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5BE080-3EB8-4D1D-8B5E-FFFA0F00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855FB8-81AB-4BAF-8D9B-87698CBB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76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B0794-DF6F-44A0-AC92-5C4DAD32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806A0C-44B8-48F7-92C1-0B89F835D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7B5A8B-5629-4E7E-B4B5-6B0014F5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DD0F62-0D98-4A6C-978A-D26C393DF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55E9D9-F7F0-45B0-9E84-30918788B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3805D0-6F9F-47A7-BC8C-59BF217B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205F64-236B-45F5-9AFD-20D958EF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7D815F-F510-42AF-9C85-4450550A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58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E37F0-4525-47B5-A84C-11237B93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385368-C432-430B-BA69-567087F8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99D52F-6C6F-4BB2-AE31-50A5B992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D89242-2212-4E4B-A0AC-989E6D58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076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B00BCC-2795-4E95-9F64-0F209BBD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1B2E26-15DF-442C-AB67-83B7F701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356DEA-00BC-414E-8AFD-B1BF330B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783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10B78-9FD1-44AA-9B1E-AABF40C10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6FCDC-A8FE-4EFD-A65F-1D98A4507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4B4E64-478D-4BBB-A1B5-CEC156316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56DDED-2693-4C46-974F-28E035CF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5828CB-8E25-4BA3-B68E-D8AA8BF2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B4C5B8-FCE4-4385-A34A-81DA0BB0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929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90818-78CA-41DF-B839-6F0FB29E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8D424C-D6AB-43D9-8C74-E98441ADE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04EECF-AA56-4E0E-9BCE-5E2DB0266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E1926-F903-4ACD-8C38-EA513C87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B2079E-8D0B-4D30-AC88-864CA95C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C9FEF0-C700-4905-9EF4-1E9CEAF8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209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83458-1061-45DB-AD97-CB0C0A8F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C48ACA-AD7E-4362-84F4-35098549E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4AED45-945A-4FCB-96F4-3E01FB61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985818-A232-4FEE-A8F4-A8371763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241F7-BA59-43CF-BB46-F2E2C83C6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90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603DD1-A956-46AA-BF3B-22502D43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2DFD8D-D7C2-47E5-8462-3963E5E9A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CE9146-E687-42AF-854B-14FA51E4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7FF6BB-8D3A-44A5-836D-0C78DDFE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D82DD6-AA9A-4832-BB22-C619DD6A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629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ABB5D8-5840-4332-8D03-684CFD67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9C1DAD-3F00-4373-A5CA-7D1B5BB2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C4135-6F51-4F5D-A092-18A3D58B0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B9B10-0811-4B15-91C0-68C9F36AD65A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969D17-C7E1-43D6-9105-C5C06C66B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84480-56AF-427A-A07B-BB90DAFA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4B0E6-DE44-45CB-BA77-070920E5B4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476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7A112-DEAA-445A-9512-D9A3ECDE12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hohoho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36DB25-CD43-4184-9A8A-9D6BDABA20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9918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hohoho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</dc:title>
  <dc:creator>GONZALO JAIR ALMANZA CUNO</dc:creator>
  <cp:lastModifiedBy>GONZALO JAIR ALMANZA CUNO</cp:lastModifiedBy>
  <cp:revision>1</cp:revision>
  <dcterms:created xsi:type="dcterms:W3CDTF">2025-11-14T21:54:36Z</dcterms:created>
  <dcterms:modified xsi:type="dcterms:W3CDTF">2025-11-14T21:54:40Z</dcterms:modified>
</cp:coreProperties>
</file>